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>
      <p:cViewPr varScale="1">
        <p:scale>
          <a:sx n="148" d="100"/>
          <a:sy n="148" d="100"/>
        </p:scale>
        <p:origin x="62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63bdef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63bdef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63bdef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63bdef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563bdef3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563bdef3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563bdef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563bdef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</a:rPr>
              <a:t>Flappy Bird clone with Scoreboard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 dirty="0">
                <a:solidFill>
                  <a:schemeClr val="lt1"/>
                </a:solidFill>
              </a:rPr>
              <a:t>By Prince Rajesh Yadav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Many browser-based arcade games focus only on gameplay but lack structured features for tracking performance and user interaction.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Common problems in simple web games: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Scores are not stored after the game ends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Players cannot compare their performance with others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No platform exists for users to give feedback or share strategies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Objective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To design a browser-based </a:t>
            </a:r>
            <a:r>
              <a:rPr lang="en-GB" sz="1100" b="1">
                <a:solidFill>
                  <a:schemeClr val="dk1"/>
                </a:solidFill>
              </a:rPr>
              <a:t>Flappy Bird style game</a:t>
            </a:r>
            <a:r>
              <a:rPr lang="en-GB" sz="1100">
                <a:solidFill>
                  <a:schemeClr val="dk1"/>
                </a:solidFill>
              </a:rPr>
              <a:t> that includes: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Real-time score tracking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Leaderboard system to rank players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Community forum for user interaction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We developed a </a:t>
            </a:r>
            <a:r>
              <a:rPr lang="en-GB" sz="1100" b="1">
                <a:solidFill>
                  <a:schemeClr val="dk1"/>
                </a:solidFill>
              </a:rPr>
              <a:t>Flappy Bird Clone Web Application</a:t>
            </a:r>
            <a:r>
              <a:rPr lang="en-GB" sz="1100">
                <a:solidFill>
                  <a:schemeClr val="dk1"/>
                </a:solidFill>
              </a:rPr>
              <a:t> using front-end technologies.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Main components of the system: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1. Gameplay System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Bird movement controlled by keyboard input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Gravity-based movement simulation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Random pipe generation creating obstacles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2. Leaderboard System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Stores player names and scores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Automatically ranks players based on highest score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Uses browser </a:t>
            </a:r>
            <a:r>
              <a:rPr lang="en-GB" sz="1100" b="1">
                <a:solidFill>
                  <a:schemeClr val="dk1"/>
                </a:solidFill>
              </a:rPr>
              <a:t>LocalStorage</a:t>
            </a:r>
            <a:r>
              <a:rPr lang="en-GB" sz="1100">
                <a:solidFill>
                  <a:schemeClr val="dk1"/>
                </a:solidFill>
              </a:rPr>
              <a:t> for data persistence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3. Community Forum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Players can post comments about the game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Comments are stored locally in the browser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Encourages player feedback and interaction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Game Flow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Home page → Play game →Bird Movement + Pipe Generation → Score Calculation → Collision Detection → Game Over → Enter Player Name → Score Saved in LocalStorage → Leaderboard Update → Forum Interaction.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Technologies Used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HTML → Page structure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CSS → User interface and responsive design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JavaScript → Game logic and dynamic elements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LocalStorage → Score and comment storage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/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project demonstrates how front-end web technologies can be used to develop an interactive browser-based game.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Key achievements: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Implemented a working Flappy Bird gameplay system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Developed a leaderboard to track and rank player scores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Built a forum system for user interaction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Stored game data using LocalStorage without a backend server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Future Improvements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Online global leaderboard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Multiplayer competition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Mobile optimization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9" name="Google Shape;89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Macintosh PowerPoint</Application>
  <PresentationFormat>On-screen Show (16:9)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Problem statement </vt:lpstr>
      <vt:lpstr>Solution </vt:lpstr>
      <vt:lpstr>Working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Yadav</cp:lastModifiedBy>
  <cp:revision>1</cp:revision>
  <dcterms:modified xsi:type="dcterms:W3CDTF">2026-03-10T05:13:18Z</dcterms:modified>
</cp:coreProperties>
</file>